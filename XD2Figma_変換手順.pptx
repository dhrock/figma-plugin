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Adobe XD → Figma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33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XD2Figma  移植手順ガイド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監査可能なローカル完結型変換ツール — 通信・外部アップロード・テレメトリーなし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4206240"/>
            <a:ext cx="1371600" cy="137160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4206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5687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エクスポート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42062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4206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.xd2fig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5687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4206240"/>
            <a:ext cx="1371600" cy="1371600"/>
          </a:xfrm>
          <a:prstGeom prst="ellipse">
            <a:avLst/>
          </a:prstGeom>
          <a:solidFill>
            <a:srgbClr val="0ACF83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206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5687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インポート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4480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C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86600" y="4480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C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0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v0.1.0（パイロット候補） ・ 2026-07-15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 — 3ステージのパイプライン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4EFF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XD Exporter（UXP）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Adobe XD内でプラグインとして実行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公開Scenegraph APIから semantic.json を出力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各アートボードの1x PNG基準画像（references/）を出力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9976" y="14630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4EFF9"/>
          </a:solidFill>
          <a:ln/>
        </p:spPr>
      </p:sp>
      <p:sp>
        <p:nvSpPr>
          <p:cNvPr id="9" name="Shape 7"/>
          <p:cNvSpPr/>
          <p:nvPr/>
        </p:nvSpPr>
        <p:spPr>
          <a:xfrm>
            <a:off x="4700016" y="1783080"/>
            <a:ext cx="502920" cy="50292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10" name="Text 8"/>
          <p:cNvSpPr/>
          <p:nvPr/>
        </p:nvSpPr>
        <p:spPr>
          <a:xfrm>
            <a:off x="470001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5340096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Package CLI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0016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semantic出力と .xd 内の画像原本を結合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パス正規化・SHA-256・ICC/EXIFの監査記録を付与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検証可能な .xd2fig パッケージを生成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4EF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531352" y="1783080"/>
            <a:ext cx="502920" cy="50292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15" name="Text 13"/>
          <p:cNvSpPr/>
          <p:nvPr/>
        </p:nvSpPr>
        <p:spPr>
          <a:xfrm>
            <a:off x="853135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9171432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 Importer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1352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 Desktopのプラグインで .xd2fig を読み込み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ステージングページに生成し構造検証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視覚レビューと承認を経て確定（commit）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01752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88936" y="301752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2B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71500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すべてローカルで完結。データの正はXD公開APIの出力、.xd 本体は公開APIが返さない画像原本バイトのみに利用します。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 — ビルドとプラグイン登録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2B1B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XD2Figma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      # build + テスト実行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package -- --help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npm test はビルド（tsc + esbuild）を含みます。dist/ に両プラグインとCLIが生成されます。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プラグインの読み込み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EFF9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039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Adobe XD側（UXP Developer Tool）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3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dist/apps/xd-exporter/manifest.json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788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開発用manifestとして読み込み、XD内でExporterを起動できるようにします。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EFF9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Figma側（Development plugin）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3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dist/apps/figma-importer/manifest.json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4572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 Desktopの「Import plugin from manifest…」で読み込みます。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Exporterの実行にはAdobe XD 57.xの実機環境が必要です。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6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— Adobe XDでエクスポート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変換したい .xd ドキュメントをAdobe XDで開く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Exporterプラグインを実行し、出力先フォルダを指定する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出力が2種類そろっていることを確認する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EFF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公開Scenegraph APIから取得した構造データ。型・座標・サイズ・スタイルはこの値を正とします。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2918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EFF9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references/&lt;artboard-guid&gt;.png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4069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createRenditionsによる各アートボードの1x PNG。インポート後の視覚比較の基準画像になります。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ポイント：内部形式の解析ではなく公開APIの出力を正とするため、XDのバージョン差による解釈ずれを避けられます。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6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— .xd2fig パッケージを作成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package -- \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--semantic   /path/to/semantic.json \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--source-xd  /path/to/source.xd \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--references /path/to/references \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       /path/to/output.xd2fig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4EF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.xd の役割は画像原本のみ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公開APIが返さない原本バイトの補完にだけ使用。.xdから解決できない場合は --assets で展開済みフォルダを指定できます。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9976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4EFF9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曖昧なら止まる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4572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同名画像の候補が複数あり一意に結合できない場合は、誤結合せず SOURCE_MISMATCH で停止します。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11312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4EFF9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監査情報を同梱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4572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全payloadのSHA-256、SVGパス正規化の前後、画像のICC/EXIFをパッケージに記録します。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6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— Figma Desktopでインポート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 DesktopでImporterプラグインを開き、.xd2fig を選択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preflight（パッケージ・フォント・アートボード検査）の結果に応じて処理が分かれます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CEBE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fatal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ZIP破損・schema不一致・hash不一致・サイズ超過など。インポート全体を停止します。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26974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DF3E0"/>
          </a:solidFill>
          <a:ln/>
        </p:spPr>
      </p:sp>
      <p:sp>
        <p:nvSpPr>
          <p:cNvPr id="10" name="Text 8"/>
          <p:cNvSpPr/>
          <p:nvPr/>
        </p:nvSpPr>
        <p:spPr>
          <a:xfrm>
            <a:off x="4654296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artboard blocker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54296" y="3383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未対応表現やフォント不一致を含むアートボードだけを除外し、残りは続行します。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11312" y="26974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E6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8485632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85632" y="3383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定義済みの劣化操作。対象と劣化内容を提示し、明示承認した場合のみ実行します。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4EF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安全策：</a:t>
            </a:r>
            <a:pPr indent="0" marL="0">
              <a:buNone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生成先は </a:t>
            </a:r>
            <a:pPr indent="0" marL="0">
              <a:buNone/>
            </a:pPr>
            <a:r>
              <a:rPr lang="en-US" sz="1300" dirty="0">
                <a:solidFill>
                  <a:srgbClr val="C23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__XD_IMPORT_STAGING__</a:t>
            </a:r>
            <a:pPr indent="0" marL="0">
              <a:buNone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接頭辞の新規ページのみで、既存ページは一切変更しません。エラーやキャンセル時はステージングを削除します。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60" dirty="0"/>
          </a:p>
        </p:txBody>
      </p:sp>
      <p:sp>
        <p:nvSpPr>
          <p:cNvPr id="4" name="Text 2"/>
          <p:cNvSpPr/>
          <p:nvPr/>
        </p:nvSpPr>
        <p:spPr>
          <a:xfrm>
            <a:off x="137160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 — 検証・承認して確定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構造検証（ハードゲート）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6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GUID対応・ノード数・親子関係・z-order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6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座標・寸法・角度（許容差 0.01px / 0.01度）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6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文字列・opacity・色（許容差 1/255）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6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不一致のアートボードは自動で削除され、reportに記録されます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EFF9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3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視覚レビュー（人間が承認）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5392" y="22860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XDの1x PNGとFigmaのエクスポートPNGを比較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SSIM・差分画素率・ヒートマップをUIに表示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アンチエイリアス等のレンダラー差は既知の非互換として、アートボード単位で人間が判断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自動の合否判定はせず、承認記録を必ず残します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0ACF8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構造検証を通過し、承認記録がreportページへ保存されて初めて、ステージングが正式ページとして確定します。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v0.1の制約と注意点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CEBE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19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blocker（未対応 → 除外）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グラデーション / マスク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シャドウ・ブラー等のエフェクト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特殊ブレンドモード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Lottie / Video（静止画化未実装）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79976" y="14630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DF3E0"/>
          </a:solidFill>
          <a:ln/>
        </p:spPr>
      </p:sp>
      <p:sp>
        <p:nvSpPr>
          <p:cNvPr id="7" name="Text 5"/>
          <p:cNvSpPr/>
          <p:nvPr/>
        </p:nvSpPr>
        <p:spPr>
          <a:xfrm>
            <a:off x="4654296" y="1719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承認すれば続行できる操作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54296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SymbolInstanceのFrame化（active state）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RepeatGridのdetach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4096px超画像の縮小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Stack個別間隔 → absolute配置＋警告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11312" y="146304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6F6EE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1719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フォントの扱い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85632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フォントファイルは転送しない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Figmaにfamily/styleが一意に存在し、読み込みに成功した場合のみ移植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不一致はアートボード単位で除外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有料フォントは警告・監査記録のみ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5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方針：変換できない情報を黙って捨てず、見た目を暗黙に劣化させて続行しません。詳細は PLAN.md の実現性ゲートを参照。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— 4ステップで移植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91640" y="1645920"/>
            <a:ext cx="685800" cy="68580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4" name="Text 2"/>
          <p:cNvSpPr/>
          <p:nvPr/>
        </p:nvSpPr>
        <p:spPr>
          <a:xfrm>
            <a:off x="169164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エクスポート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XDでExporterを実行し、semantic.jsonと基準PNGを出力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8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685800" cy="68580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CLIで画像原本を結合し .xd2fig を生成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8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86600" y="1645920"/>
            <a:ext cx="685800" cy="68580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80760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インポート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971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Figmaでpreflightを通し、ステージングページに生成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5820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8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1645920"/>
            <a:ext cx="685800" cy="685800"/>
          </a:xfrm>
          <a:prstGeom prst="ellipse">
            <a:avLst/>
          </a:prstGeom>
          <a:solidFill>
            <a:srgbClr val="C2338B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778240" y="2514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検証・承認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2971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9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構造検証＋視覚レビューを承認して正式ページへ確定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572000"/>
            <a:ext cx="10543032" cy="1371600"/>
          </a:xfrm>
          <a:prstGeom prst="roundRect">
            <a:avLst>
              <a:gd name="adj" fmla="val 8000"/>
            </a:avLst>
          </a:prstGeom>
          <a:solidFill>
            <a:srgbClr val="3D2352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572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すべての判断が追跡できます。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 GUID・SHA-256・フォント/画像の監査記録・承認者と日時・視覚差分結果がパッケージとreportページに保存されます。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0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XD2Figma v0.1.0 ・ README.md / PLAN.md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2026-07-15T09:56:39Z</dcterms:created>
  <dcterms:modified xsi:type="dcterms:W3CDTF">2026-07-15T09:56:39Z</dcterms:modified>
</cp:coreProperties>
</file>